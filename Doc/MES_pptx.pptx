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7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114800"/>
            <a:ext cx="2926080" cy="2926080"/>
          </a:xfrm>
          <a:prstGeom prst="ellipse">
            <a:avLst/>
          </a:prstGeom>
          <a:solidFill>
            <a:srgbClr val="3D5A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라면공장 생산관리시스템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등록부터 출하까지, 데이터로 잇는 생산 흐름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SQLite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엑셀로는 답하기 어려운 질문들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원자재 재고가 얼마나 남았지?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 100박스 만들려면 원자재가 얼마나 필요하지?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원자재에 문제가 생겼는데, 어떤 제품에 들어갔지?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불량품이 실수로 출하되지는 않았을까?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관리하면 실수가 생기기 쉽고, 추적도 어렵다 — 데이터베이스 기반으로 체계화가 필요했다.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품목부터 출하까지 하나로 이어지는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715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15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848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649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649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입고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7824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5840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5840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등록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7168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5184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5184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6512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4528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4528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5856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7387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387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불량검사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520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321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8321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LOT(입고·생산 묶음) 단위로 전 과정을 기록해, 문제가 생겨도 원인을 역추적할 수 있게 설계했다.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662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522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522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화면(프론트엔드)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278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138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138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894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+ 역할기반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754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11개 테이블로 구성된 핵심 스키마 (ERD)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43854" y="1627632"/>
            <a:ext cx="7303987" cy="4334256"/>
          </a:xfrm>
          <a:prstGeom prst="roundRect">
            <a:avLst>
              <a:gd name="adj" fmla="val 1055"/>
            </a:avLst>
          </a:prstGeom>
          <a:solidFill>
            <a:srgbClr val="0A0D1A"/>
          </a:solidFill>
          <a:ln w="12700">
            <a:solidFill>
              <a:srgbClr val="2A3050"/>
            </a:solidFill>
            <a:prstDash val="solid"/>
          </a:ln>
        </p:spPr>
      </p:sp>
      <p:pic>
        <p:nvPicPr>
          <p:cNvPr id="5" name="Image 0" descr="/home/claude/mes_pptx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582" y="1737360"/>
            <a:ext cx="7084531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· lot · production · production_material · bom · inspection · defect_reason_code · production_plan · user · shipment · shipment_item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권한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역할에 맞는 화면만 보여준다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원자재 입고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생산계획 / 생산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불량검사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출하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조회 / 추적 / 재고현황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따라 필요한 화면만 보이도록 홈 메뉴와 페이지 접근을 함께 제한한다. (INSPECTOR는 조회 위주로만 접근 가능)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6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자동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소요량 계산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00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1개당 필요량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 1개당 필요량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2461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생산수량만 입력하면 BOM 기준으로 원자재 필요량이 자동 계산된다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재고와 비교해 부족한 원자재를 생산 등록 전에 미리 경고한다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계산기를 두드릴 필요가 없어져 입력 실수가 줄어든다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불합격 LOT은 시스템이 먼저 막는다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직접 확인하던 방식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담당자가 결과를 기억하고 있어야 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담당자가 따로 확인해야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바쁠 때 실수로 그냥 출하될 위험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3E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MES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판정된 LOT은 서버 단에서 저장 자체를 차단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실수로 선택해도 최종적으로 막힘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실수를 시스템이 대신 잡아준다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 하나로 전체 이력을 추적한다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정방향 추적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→ 완제품 → 출하처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이마트 출하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원자재, 문제 생겼는데 어디까지 나갔지?” 에 즉시 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0" cy="420624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추적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→ 투입 원자재 전체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982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면발/스프/건더기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완제품 불량인데, 어떤 원자재가 원인이지?” 를 역으로 확인한다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보안과 데이터 정합성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E3E9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32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 해시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솔트(salt) + SHA-256으로 해시해 저장한다. 평문 비밀번호는 DB 어디에도 남지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297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잠금 (BEGIN IMMEDIATE)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사람이 동시에 같은 원자재를 쓰려고 하면, 순서를 강제로 정해 재고가 마이너스로 내려가는 걸 막는다.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(진행 중)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3계층 아키텍처로 리팩토링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Business Logic · Data 로 계층을 분리해 실무 표준 아키텍처 패턴을 경험한다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18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108950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95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950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8950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950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안에 통합 (src/queries.py)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950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50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950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950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950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950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단방향 해시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586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3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018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018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018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018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(RESTful API)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018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018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018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018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18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018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+ JWT 토큰 인증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35828" y="3589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품목(item) 기능부터 API로 완전히 전환한 뒤, 검증되면 다른 기능도 같은 패턴으로 옮겨간다 (Strangler Fig 패턴)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라면공장이지만, 이 구조(품목-LOT-생산-검사-출하)는 업종에 크게 상관없이 재사용할 수 있게 설계했습니다.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와이드스크린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</cp:revision>
  <dcterms:created xsi:type="dcterms:W3CDTF">2026-08-05T03:54:27Z</dcterms:created>
  <dcterms:modified xsi:type="dcterms:W3CDTF">2026-08-05T04:28:18Z</dcterms:modified>
</cp:coreProperties>
</file>